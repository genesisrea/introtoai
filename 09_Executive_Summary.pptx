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3304C1-18F2-42B6-91A4-7A24D505043E}" v="8" dt="2026-09-17T04:57:41.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Sotelo" userId="bef64bb6d7bb2270" providerId="LiveId" clId="{CA85E2E4-C1C8-40C1-AD56-FBCC67727D63}"/>
    <pc:docChg chg="undo custSel addSld delSld modSld">
      <pc:chgData name="David Sotelo" userId="bef64bb6d7bb2270" providerId="LiveId" clId="{CA85E2E4-C1C8-40C1-AD56-FBCC67727D63}" dt="2026-09-17T04:58:03.274" v="144" actId="113"/>
      <pc:docMkLst>
        <pc:docMk/>
      </pc:docMkLst>
      <pc:sldChg chg="new del">
        <pc:chgData name="David Sotelo" userId="bef64bb6d7bb2270" providerId="LiveId" clId="{CA85E2E4-C1C8-40C1-AD56-FBCC67727D63}" dt="2026-09-17T04:40:59.503" v="2" actId="47"/>
        <pc:sldMkLst>
          <pc:docMk/>
          <pc:sldMk cId="686349382" sldId="256"/>
        </pc:sldMkLst>
      </pc:sldChg>
      <pc:sldChg chg="modSp new add del mod">
        <pc:chgData name="David Sotelo" userId="bef64bb6d7bb2270" providerId="LiveId" clId="{CA85E2E4-C1C8-40C1-AD56-FBCC67727D63}" dt="2026-09-17T04:47:58.543" v="81" actId="47"/>
        <pc:sldMkLst>
          <pc:docMk/>
          <pc:sldMk cId="802719602" sldId="257"/>
        </pc:sldMkLst>
        <pc:spChg chg="mod">
          <ac:chgData name="David Sotelo" userId="bef64bb6d7bb2270" providerId="LiveId" clId="{CA85E2E4-C1C8-40C1-AD56-FBCC67727D63}" dt="2026-09-17T04:43:48.838" v="9" actId="113"/>
          <ac:spMkLst>
            <pc:docMk/>
            <pc:sldMk cId="802719602" sldId="257"/>
            <ac:spMk id="3" creationId="{488EF198-0470-DF4C-7386-93AEDBC19750}"/>
          </ac:spMkLst>
        </pc:spChg>
      </pc:sldChg>
      <pc:sldChg chg="addSp delSp modSp new mod modClrScheme chgLayout">
        <pc:chgData name="David Sotelo" userId="bef64bb6d7bb2270" providerId="LiveId" clId="{CA85E2E4-C1C8-40C1-AD56-FBCC67727D63}" dt="2026-09-17T04:58:03.274" v="144" actId="113"/>
        <pc:sldMkLst>
          <pc:docMk/>
          <pc:sldMk cId="1416094340" sldId="258"/>
        </pc:sldMkLst>
        <pc:spChg chg="mod">
          <ac:chgData name="David Sotelo" userId="bef64bb6d7bb2270" providerId="LiveId" clId="{CA85E2E4-C1C8-40C1-AD56-FBCC67727D63}" dt="2026-09-17T04:51:52.284" v="128" actId="26606"/>
          <ac:spMkLst>
            <pc:docMk/>
            <pc:sldMk cId="1416094340" sldId="258"/>
            <ac:spMk id="2" creationId="{F91E503A-D8DC-C92E-EAA8-3A3411002F38}"/>
          </ac:spMkLst>
        </pc:spChg>
        <pc:spChg chg="mod">
          <ac:chgData name="David Sotelo" userId="bef64bb6d7bb2270" providerId="LiveId" clId="{CA85E2E4-C1C8-40C1-AD56-FBCC67727D63}" dt="2026-09-17T04:58:03.274" v="144" actId="113"/>
          <ac:spMkLst>
            <pc:docMk/>
            <pc:sldMk cId="1416094340" sldId="258"/>
            <ac:spMk id="3" creationId="{055C9732-D1D2-6E72-992C-017649B838AF}"/>
          </ac:spMkLst>
        </pc:spChg>
        <pc:picChg chg="add del">
          <ac:chgData name="David Sotelo" userId="bef64bb6d7bb2270" providerId="LiveId" clId="{CA85E2E4-C1C8-40C1-AD56-FBCC67727D63}" dt="2026-09-17T04:51:52.284" v="128" actId="26606"/>
          <ac:picMkLst>
            <pc:docMk/>
            <pc:sldMk cId="1416094340" sldId="258"/>
            <ac:picMk id="5" creationId="{4C39AC51-10E2-A7D0-6C24-D48447DF6FF0}"/>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endParaRPr lang="en-US"/>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251EB17A-A6EA-4A2F-A032-BA7A45DE8A48}" type="slidenum">
              <a:rPr lang="en-US" smtClean="0"/>
              <a:t>‹#›</a:t>
            </a:fld>
            <a:endParaRPr lang="en-US"/>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549822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99478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endParaRPr lang="en-US"/>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54B287EC-2822-4AC3-A704-10E3606C9F87}" type="datetimeFigureOut">
              <a:rPr lang="en-US" smtClean="0"/>
              <a:t>9/16/2026</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251EB17A-A6EA-4A2F-A032-BA7A45DE8A48}" type="slidenum">
              <a:rPr lang="en-US" smtClean="0"/>
              <a:t>‹#›</a:t>
            </a:fld>
            <a:endParaRPr lang="en-US"/>
          </a:p>
        </p:txBody>
      </p:sp>
    </p:spTree>
    <p:extLst>
      <p:ext uri="{BB962C8B-B14F-4D97-AF65-F5344CB8AC3E}">
        <p14:creationId xmlns:p14="http://schemas.microsoft.com/office/powerpoint/2010/main" val="218147706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51443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29523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51EB17A-A6EA-4A2F-A032-BA7A45DE8A48}" type="slidenum">
              <a:rPr lang="en-US" smtClean="0"/>
              <a:t>‹#›</a:t>
            </a:fld>
            <a:endParaRPr lang="en-US"/>
          </a:p>
        </p:txBody>
      </p:sp>
    </p:spTree>
    <p:extLst>
      <p:ext uri="{BB962C8B-B14F-4D97-AF65-F5344CB8AC3E}">
        <p14:creationId xmlns:p14="http://schemas.microsoft.com/office/powerpoint/2010/main" val="4239083661"/>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54B287EC-2822-4AC3-A704-10E3606C9F87}" type="datetimeFigureOut">
              <a:rPr lang="en-US" smtClean="0"/>
              <a:t>9/16/2026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251EB17A-A6EA-4A2F-A032-BA7A45DE8A48}"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253927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753257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431635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0769892"/>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707612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53839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246826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8947100"/>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endParaRPr lang="en-US" dirty="0"/>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endParaRPr lang="en-US"/>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54B287EC-2822-4AC3-A704-10E3606C9F87}" type="datetimeFigureOut">
              <a:rPr lang="en-US" smtClean="0"/>
              <a:t>9/16/2026</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149426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spTree>
    <p:extLst>
      <p:ext uri="{BB962C8B-B14F-4D97-AF65-F5344CB8AC3E}">
        <p14:creationId xmlns:p14="http://schemas.microsoft.com/office/powerpoint/2010/main" val="1359018696"/>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251EB17A-A6EA-4A2F-A032-BA7A45DE8A48}" type="slidenum">
              <a:rPr lang="en-US" smtClean="0"/>
              <a:t>‹#›</a:t>
            </a:fld>
            <a:endParaRPr lang="en-US"/>
          </a:p>
        </p:txBody>
      </p:sp>
    </p:spTree>
    <p:extLst>
      <p:ext uri="{BB962C8B-B14F-4D97-AF65-F5344CB8AC3E}">
        <p14:creationId xmlns:p14="http://schemas.microsoft.com/office/powerpoint/2010/main" val="209400289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endParaRPr lang="en-US"/>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54B287EC-2822-4AC3-A704-10E3606C9F87}" type="datetimeFigureOut">
              <a:rPr lang="en-US" smtClean="0"/>
              <a:t>9/16/2026</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251EB17A-A6EA-4A2F-A032-BA7A45DE8A48}"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608665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endParaRPr lang="en-US"/>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4B287EC-2822-4AC3-A704-10E3606C9F87}" type="datetimeFigureOut">
              <a:rPr lang="en-US" smtClean="0"/>
              <a:t>9/16/2026</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251EB17A-A6EA-4A2F-A032-BA7A45DE8A48}"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646264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54B287EC-2822-4AC3-A704-10E3606C9F87}" type="datetimeFigureOut">
              <a:rPr lang="en-US" smtClean="0"/>
              <a:t>9/16/2026</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251EB17A-A6EA-4A2F-A032-BA7A45DE8A48}" type="slidenum">
              <a:rPr lang="en-US" smtClean="0"/>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3488135"/>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endParaRPr lang="en-US"/>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54B287EC-2822-4AC3-A704-10E3606C9F87}" type="datetimeFigureOut">
              <a:rPr lang="en-US" smtClean="0"/>
              <a:t>9/16/2026</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251EB17A-A6EA-4A2F-A032-BA7A45DE8A48}"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7276809"/>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596051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4539158"/>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251EB17A-A6EA-4A2F-A032-BA7A45DE8A48}" type="slidenum">
              <a:rPr lang="en-US" smtClean="0"/>
              <a:t>‹#›</a:t>
            </a:fld>
            <a:endParaRPr lang="en-US"/>
          </a:p>
        </p:txBody>
      </p:sp>
    </p:spTree>
    <p:extLst>
      <p:ext uri="{BB962C8B-B14F-4D97-AF65-F5344CB8AC3E}">
        <p14:creationId xmlns:p14="http://schemas.microsoft.com/office/powerpoint/2010/main" val="34242677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251EB17A-A6EA-4A2F-A032-BA7A45DE8A48}" type="slidenum">
              <a:rPr lang="en-US" smtClean="0"/>
              <a:t>‹#›</a:t>
            </a:fld>
            <a:endParaRPr lang="en-US"/>
          </a:p>
        </p:txBody>
      </p:sp>
    </p:spTree>
    <p:extLst>
      <p:ext uri="{BB962C8B-B14F-4D97-AF65-F5344CB8AC3E}">
        <p14:creationId xmlns:p14="http://schemas.microsoft.com/office/powerpoint/2010/main" val="1937813977"/>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894337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51EB17A-A6EA-4A2F-A032-BA7A45DE8A48}"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34181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endParaRPr lang="en-US"/>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54B287EC-2822-4AC3-A704-10E3606C9F87}" type="datetimeFigureOut">
              <a:rPr lang="en-US" smtClean="0"/>
              <a:t>9/16/2026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251EB17A-A6EA-4A2F-A032-BA7A45DE8A48}" type="slidenum">
              <a:rPr lang="en-US" smtClean="0"/>
              <a:t>‹#›</a:t>
            </a:fld>
            <a:endParaRPr lang="en-US"/>
          </a:p>
        </p:txBody>
      </p:sp>
      <p:sp>
        <p:nvSpPr>
          <p:cNvPr id="8" name="TextBox 7">
            <a:extLst>
              <a:ext uri="{FF2B5EF4-FFF2-40B4-BE49-F238E27FC236}">
                <a16:creationId xmlns:a16="http://schemas.microsoft.com/office/drawing/2014/main" id="{CE1E8D67-00CA-7CDE-66AF-4E6E2CA0045D}"/>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31454163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503A-D8DC-C92E-EAA8-3A3411002F38}"/>
              </a:ext>
            </a:extLst>
          </p:cNvPr>
          <p:cNvSpPr>
            <a:spLocks noGrp="1"/>
          </p:cNvSpPr>
          <p:nvPr>
            <p:ph type="title"/>
          </p:nvPr>
        </p:nvSpPr>
        <p:spPr/>
        <p:txBody>
          <a:bodyPr/>
          <a:lstStyle/>
          <a:p>
            <a:r>
              <a:rPr lang="en-US"/>
              <a:t>AI Opportunity – Executive Summary</a:t>
            </a:r>
            <a:endParaRPr lang="en-US" dirty="0"/>
          </a:p>
        </p:txBody>
      </p:sp>
      <p:sp>
        <p:nvSpPr>
          <p:cNvPr id="3" name="Content Placeholder 2">
            <a:extLst>
              <a:ext uri="{FF2B5EF4-FFF2-40B4-BE49-F238E27FC236}">
                <a16:creationId xmlns:a16="http://schemas.microsoft.com/office/drawing/2014/main" id="{055C9732-D1D2-6E72-992C-017649B838AF}"/>
              </a:ext>
            </a:extLst>
          </p:cNvPr>
          <p:cNvSpPr>
            <a:spLocks noGrp="1"/>
          </p:cNvSpPr>
          <p:nvPr>
            <p:ph idx="1"/>
          </p:nvPr>
        </p:nvSpPr>
        <p:spPr>
          <a:xfrm>
            <a:off x="838200" y="1825625"/>
            <a:ext cx="10515600" cy="4485120"/>
          </a:xfrm>
        </p:spPr>
        <p:txBody>
          <a:bodyPr>
            <a:noAutofit/>
          </a:bodyPr>
          <a:lstStyle/>
          <a:p>
            <a:pPr marL="0" indent="0">
              <a:buNone/>
            </a:pPr>
            <a:r>
              <a:rPr lang="en-US" sz="1500" dirty="0"/>
              <a:t>The lab currently reviews 1 ppm standard results manually each week to monitor instrument health. Each review takes about 10–20 minutes per instrument, and delayed or missed reviews can allow issues to go unnoticed.</a:t>
            </a:r>
          </a:p>
          <a:p>
            <a:pPr marL="0" indent="0">
              <a:buNone/>
            </a:pPr>
            <a:r>
              <a:rPr lang="en-US" sz="1500" dirty="0"/>
              <a:t>The opportunity is to use Power BI and Power Automate to automatically review results, flag potential OOC conditions, and alert the right people. Existing instrument data and known limits provide the foundation, while AI could help identify trends and summarize issues.</a:t>
            </a:r>
          </a:p>
          <a:p>
            <a:pPr marL="0" indent="0">
              <a:buNone/>
            </a:pPr>
            <a:r>
              <a:rPr lang="en-US" sz="1500" b="1" dirty="0"/>
              <a:t>Key benefits:</a:t>
            </a:r>
          </a:p>
          <a:p>
            <a:pPr lvl="0"/>
            <a:r>
              <a:rPr lang="en-US" sz="1500" dirty="0"/>
              <a:t>Reduce manual review time</a:t>
            </a:r>
          </a:p>
          <a:p>
            <a:pPr lvl="0"/>
            <a:r>
              <a:rPr lang="en-US" sz="1500" dirty="0"/>
              <a:t>Detect issues faster</a:t>
            </a:r>
          </a:p>
          <a:p>
            <a:pPr lvl="0"/>
            <a:r>
              <a:rPr lang="en-US" sz="1500" dirty="0"/>
              <a:t>Improve tracking and follow-up</a:t>
            </a:r>
          </a:p>
          <a:p>
            <a:pPr lvl="0"/>
            <a:r>
              <a:rPr lang="en-US" sz="1500" dirty="0"/>
              <a:t>Strengthen documentation and audit readiness</a:t>
            </a:r>
          </a:p>
          <a:p>
            <a:pPr marL="0" indent="0">
              <a:buNone/>
            </a:pPr>
            <a:r>
              <a:rPr lang="en-US" sz="1500" dirty="0"/>
              <a:t>A simpler dashboard and reminder process could help, but would still require manual review. Human approval, defined limits, and automatic logging would help control risk. A small prototype can test feasibility and measure the potential impact.</a:t>
            </a:r>
          </a:p>
        </p:txBody>
      </p:sp>
    </p:spTree>
    <p:extLst>
      <p:ext uri="{BB962C8B-B14F-4D97-AF65-F5344CB8AC3E}">
        <p14:creationId xmlns:p14="http://schemas.microsoft.com/office/powerpoint/2010/main" val="1416094340"/>
      </p:ext>
    </p:extLst>
  </p:cSld>
  <p:clrMapOvr>
    <a:masterClrMapping/>
  </p:clrMapOvr>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73C0D9B4-D252-4142-B71F-89E39AB3FA27}" vid="{AF756BC4-928A-4ACB-8AC0-2FBFD00AF409}"/>
    </a:ext>
  </a:extLst>
</a:theme>
</file>

<file path=docProps/app.xml><?xml version="1.0" encoding="utf-8"?>
<Properties xmlns="http://schemas.openxmlformats.org/officeDocument/2006/extended-properties" xmlns:vt="http://schemas.openxmlformats.org/officeDocument/2006/docPropsVTypes">
  <Template>Lines</Template>
  <TotalTime>13</TotalTime>
  <Words>149</Words>
  <Application>Microsoft Office PowerPoint</Application>
  <PresentationFormat>Widescreen</PresentationFormat>
  <Paragraphs>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Arial Nova Light</vt:lpstr>
      <vt:lpstr>Univers Condensed</vt:lpstr>
      <vt:lpstr>Lines</vt:lpstr>
      <vt:lpstr>AI Opportunity – Executive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Sotelo, David Z</dc:creator>
  <cp:lastModifiedBy>Sotelo, David Z</cp:lastModifiedBy>
  <cp:revision>1</cp:revision>
  <dcterms:created xsi:type="dcterms:W3CDTF">2026-09-17T04:40:08Z</dcterms:created>
  <dcterms:modified xsi:type="dcterms:W3CDTF">2026-09-17T04:58:10Z</dcterms:modified>
</cp:coreProperties>
</file>